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89" r:id="rId4"/>
    <p:sldId id="290" r:id="rId5"/>
    <p:sldId id="291" r:id="rId6"/>
    <p:sldId id="292" r:id="rId7"/>
    <p:sldId id="297" r:id="rId8"/>
    <p:sldId id="293" r:id="rId9"/>
    <p:sldId id="298" r:id="rId10"/>
    <p:sldId id="294" r:id="rId11"/>
    <p:sldId id="304" r:id="rId12"/>
    <p:sldId id="305" r:id="rId13"/>
    <p:sldId id="306" r:id="rId14"/>
    <p:sldId id="307" r:id="rId15"/>
    <p:sldId id="295" r:id="rId16"/>
    <p:sldId id="296" r:id="rId17"/>
    <p:sldId id="299" r:id="rId18"/>
    <p:sldId id="300" r:id="rId19"/>
    <p:sldId id="301" r:id="rId20"/>
    <p:sldId id="302" r:id="rId21"/>
    <p:sldId id="3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296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36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5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9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6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7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3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2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0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A4FD923-A77C-4F92-BECD-10C807A5E0B1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31B0F6-9A8C-4BB6-805F-996A56D6248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97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6000" b="1" dirty="0"/>
              <a:t>LCD sensori va potensiometr bilan ishlash (LCD 1602)</a:t>
            </a:r>
            <a:endParaRPr lang="en-US" sz="60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5-hafta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481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 err="1"/>
              <a:t>Reja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dirty="0"/>
              <a:t>IoT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sensorlarning</a:t>
            </a:r>
            <a:r>
              <a:rPr lang="en-US" sz="2400" dirty="0"/>
              <a:t> </a:t>
            </a:r>
            <a:r>
              <a:rPr lang="en-US" sz="2400" dirty="0" err="1"/>
              <a:t>roli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IoT </a:t>
            </a:r>
            <a:r>
              <a:rPr lang="en-US" sz="2400" dirty="0" err="1"/>
              <a:t>qurilmalarining</a:t>
            </a:r>
            <a:r>
              <a:rPr lang="en-US" sz="2400" dirty="0"/>
              <a:t> </a:t>
            </a:r>
            <a:r>
              <a:rPr lang="en-US" sz="2400" dirty="0" err="1"/>
              <a:t>asosiy</a:t>
            </a:r>
            <a:r>
              <a:rPr lang="en-US" sz="2400" dirty="0"/>
              <a:t> </a:t>
            </a:r>
            <a:r>
              <a:rPr lang="en-US" sz="2400" dirty="0" err="1"/>
              <a:t>komponentlari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LCD 1602 </a:t>
            </a:r>
            <a:r>
              <a:rPr lang="en-US" sz="2400" dirty="0" err="1"/>
              <a:t>ekrani</a:t>
            </a:r>
            <a:r>
              <a:rPr lang="en-US" sz="2400" dirty="0"/>
              <a:t> </a:t>
            </a:r>
            <a:r>
              <a:rPr lang="en-US" sz="2400" dirty="0" err="1"/>
              <a:t>haqida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B10K </a:t>
            </a:r>
            <a:r>
              <a:rPr lang="en-US" sz="2400" dirty="0" err="1"/>
              <a:t>potensiometri</a:t>
            </a:r>
            <a:r>
              <a:rPr lang="en-US" sz="2400" dirty="0"/>
              <a:t> </a:t>
            </a:r>
            <a:r>
              <a:rPr lang="en-US" sz="2400" dirty="0" err="1"/>
              <a:t>haqida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 err="1"/>
              <a:t>Amaliyot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716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 err="1"/>
              <a:t>Kirish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IoT - </a:t>
            </a:r>
            <a:r>
              <a:rPr lang="en-US" sz="2400" dirty="0" err="1"/>
              <a:t>atrof-muhitdagi</a:t>
            </a:r>
            <a:r>
              <a:rPr lang="en-US" sz="2400" dirty="0"/>
              <a:t> </a:t>
            </a:r>
            <a:r>
              <a:rPr lang="en-US" sz="2400" dirty="0" err="1"/>
              <a:t>fizik</a:t>
            </a:r>
            <a:r>
              <a:rPr lang="en-US" sz="2400" dirty="0"/>
              <a:t> </a:t>
            </a:r>
            <a:r>
              <a:rPr lang="en-US" sz="2400" dirty="0" err="1"/>
              <a:t>jarayonlarni</a:t>
            </a:r>
            <a:r>
              <a:rPr lang="en-US" sz="2400" dirty="0"/>
              <a:t> </a:t>
            </a:r>
            <a:r>
              <a:rPr lang="en-US" sz="2400" dirty="0" err="1"/>
              <a:t>kuzatish</a:t>
            </a:r>
            <a:r>
              <a:rPr lang="en-US" sz="2400" dirty="0"/>
              <a:t>, </a:t>
            </a:r>
            <a:r>
              <a:rPr lang="en-US" sz="2400" dirty="0" err="1"/>
              <a:t>nazorat</a:t>
            </a:r>
            <a:r>
              <a:rPr lang="en-US" sz="2400" dirty="0"/>
              <a:t> </a:t>
            </a:r>
            <a:r>
              <a:rPr lang="en-US" sz="2400" dirty="0" err="1"/>
              <a:t>qilish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ma’lumot</a:t>
            </a:r>
            <a:r>
              <a:rPr lang="en-US" sz="2400" dirty="0"/>
              <a:t> </a:t>
            </a:r>
            <a:r>
              <a:rPr lang="en-US" sz="2400" dirty="0" err="1"/>
              <a:t>almashish</a:t>
            </a:r>
            <a:r>
              <a:rPr lang="en-US" sz="2400" dirty="0"/>
              <a:t> </a:t>
            </a:r>
            <a:r>
              <a:rPr lang="en-US" sz="2400" dirty="0" err="1"/>
              <a:t>imkonini</a:t>
            </a:r>
            <a:r>
              <a:rPr lang="en-US" sz="2400" dirty="0"/>
              <a:t> </a:t>
            </a:r>
            <a:r>
              <a:rPr lang="en-US" sz="2400" dirty="0" err="1"/>
              <a:t>beruvchi</a:t>
            </a:r>
            <a:r>
              <a:rPr lang="en-US" sz="2400" dirty="0"/>
              <a:t> </a:t>
            </a:r>
            <a:r>
              <a:rPr lang="en-US" sz="2400" dirty="0" err="1"/>
              <a:t>tarmoq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Sensorlar</a:t>
            </a:r>
            <a:r>
              <a:rPr lang="en-US" sz="2400" dirty="0"/>
              <a:t> </a:t>
            </a:r>
            <a:r>
              <a:rPr lang="en-US" sz="2400" dirty="0" err="1"/>
              <a:t>turli</a:t>
            </a:r>
            <a:r>
              <a:rPr lang="en-US" sz="2400" dirty="0"/>
              <a:t> </a:t>
            </a:r>
            <a:r>
              <a:rPr lang="en-US" sz="2400" dirty="0" err="1"/>
              <a:t>fizik</a:t>
            </a:r>
            <a:r>
              <a:rPr lang="en-US" sz="2400" dirty="0"/>
              <a:t> </a:t>
            </a:r>
            <a:r>
              <a:rPr lang="en-US" sz="2400" dirty="0" err="1"/>
              <a:t>kattaliklarni</a:t>
            </a:r>
            <a:r>
              <a:rPr lang="en-US" sz="2400" dirty="0"/>
              <a:t> </a:t>
            </a:r>
            <a:r>
              <a:rPr lang="en-US" sz="2400" dirty="0" err="1"/>
              <a:t>o‘lchaydi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ularni</a:t>
            </a:r>
            <a:r>
              <a:rPr lang="en-US" sz="2400" dirty="0"/>
              <a:t> </a:t>
            </a:r>
            <a:r>
              <a:rPr lang="en-US" sz="2400" dirty="0" err="1"/>
              <a:t>elektron</a:t>
            </a:r>
            <a:r>
              <a:rPr lang="en-US" sz="2400" dirty="0"/>
              <a:t> </a:t>
            </a:r>
            <a:r>
              <a:rPr lang="en-US" sz="2400" dirty="0" err="1"/>
              <a:t>signalga</a:t>
            </a:r>
            <a:r>
              <a:rPr lang="en-US" sz="2400" dirty="0"/>
              <a:t> </a:t>
            </a:r>
            <a:r>
              <a:rPr lang="en-US" sz="2400" dirty="0" err="1"/>
              <a:t>aylantiradi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IoT </a:t>
            </a:r>
            <a:r>
              <a:rPr lang="en-US" sz="2400" dirty="0" err="1"/>
              <a:t>tizimlarida</a:t>
            </a:r>
            <a:r>
              <a:rPr lang="en-US" sz="2400" dirty="0"/>
              <a:t> </a:t>
            </a:r>
            <a:r>
              <a:rPr lang="en-US" sz="2400" dirty="0" err="1"/>
              <a:t>sensorlar</a:t>
            </a:r>
            <a:r>
              <a:rPr lang="en-US" sz="2400" dirty="0"/>
              <a:t> </a:t>
            </a:r>
            <a:r>
              <a:rPr lang="en-US" sz="2400" dirty="0" err="1"/>
              <a:t>ma’lumotlarni</a:t>
            </a:r>
            <a:r>
              <a:rPr lang="en-US" sz="2400" dirty="0"/>
              <a:t> </a:t>
            </a:r>
            <a:r>
              <a:rPr lang="en-US" sz="2400" dirty="0" err="1"/>
              <a:t>yig‘ish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tahlil</a:t>
            </a:r>
            <a:r>
              <a:rPr lang="en-US" sz="2400" dirty="0"/>
              <a:t> </a:t>
            </a:r>
            <a:r>
              <a:rPr lang="en-US" sz="2400" dirty="0" err="1"/>
              <a:t>qilishning</a:t>
            </a:r>
            <a:r>
              <a:rPr lang="en-US" sz="2400" dirty="0"/>
              <a:t> </a:t>
            </a:r>
            <a:r>
              <a:rPr lang="en-US" sz="2400" dirty="0" err="1"/>
              <a:t>asosiy</a:t>
            </a:r>
            <a:r>
              <a:rPr lang="en-US" sz="2400" dirty="0"/>
              <a:t> </a:t>
            </a:r>
            <a:r>
              <a:rPr lang="en-US" sz="2400" dirty="0" err="1"/>
              <a:t>komponenti</a:t>
            </a:r>
            <a:r>
              <a:rPr lang="en-US" sz="2400" dirty="0"/>
              <a:t> </a:t>
            </a:r>
            <a:r>
              <a:rPr lang="en-US" sz="2400" dirty="0" err="1"/>
              <a:t>hisoblanadi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LCD 1602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Potensiometr</a:t>
            </a:r>
            <a:r>
              <a:rPr lang="en-US" sz="2400" dirty="0"/>
              <a:t> IoT </a:t>
            </a:r>
            <a:r>
              <a:rPr lang="en-US" sz="2400" dirty="0" err="1"/>
              <a:t>qurilmalarida</a:t>
            </a:r>
            <a:r>
              <a:rPr lang="en-US" sz="2400" dirty="0"/>
              <a:t> </a:t>
            </a:r>
            <a:r>
              <a:rPr lang="en-US" sz="2400" dirty="0" err="1"/>
              <a:t>keng</a:t>
            </a:r>
            <a:r>
              <a:rPr lang="en-US" sz="2400" dirty="0"/>
              <a:t> </a:t>
            </a:r>
            <a:r>
              <a:rPr lang="en-US" sz="2400" dirty="0" err="1"/>
              <a:t>qo‘llaniladi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445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/>
              <a:t>IoT </a:t>
            </a:r>
            <a:r>
              <a:rPr lang="en-US" b="1" dirty="0" err="1"/>
              <a:t>Qurilmalarining</a:t>
            </a:r>
            <a:r>
              <a:rPr lang="en-US" b="1" dirty="0"/>
              <a:t> </a:t>
            </a:r>
            <a:r>
              <a:rPr lang="en-US" b="1" dirty="0" err="1"/>
              <a:t>Asosiy</a:t>
            </a:r>
            <a:r>
              <a:rPr lang="en-US" b="1" dirty="0"/>
              <a:t> </a:t>
            </a:r>
            <a:r>
              <a:rPr lang="en-US" b="1" dirty="0" err="1"/>
              <a:t>Komponentlari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66513" y="2459504"/>
            <a:ext cx="108284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Sensorlar</a:t>
            </a:r>
            <a:r>
              <a:rPr lang="en-US" sz="2400" dirty="0"/>
              <a:t> (</a:t>
            </a:r>
            <a:r>
              <a:rPr lang="en-US" sz="2400" dirty="0" err="1"/>
              <a:t>harorat</a:t>
            </a:r>
            <a:r>
              <a:rPr lang="en-US" sz="2400" dirty="0"/>
              <a:t>, </a:t>
            </a:r>
            <a:r>
              <a:rPr lang="en-US" sz="2400" dirty="0" err="1"/>
              <a:t>namlik</a:t>
            </a:r>
            <a:r>
              <a:rPr lang="en-US" sz="2400" dirty="0"/>
              <a:t>, </a:t>
            </a:r>
            <a:r>
              <a:rPr lang="en-US" sz="2400" dirty="0" err="1"/>
              <a:t>masofa</a:t>
            </a:r>
            <a:r>
              <a:rPr lang="en-US" sz="2400" dirty="0"/>
              <a:t> </a:t>
            </a:r>
            <a:r>
              <a:rPr lang="en-US" sz="2400" dirty="0" err="1"/>
              <a:t>o‘lchov</a:t>
            </a:r>
            <a:r>
              <a:rPr lang="en-US" sz="2400" dirty="0"/>
              <a:t> </a:t>
            </a:r>
            <a:r>
              <a:rPr lang="en-US" sz="2400" dirty="0" err="1"/>
              <a:t>datchiklari</a:t>
            </a:r>
            <a:r>
              <a:rPr lang="en-US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Aktuatorlar</a:t>
            </a:r>
            <a:r>
              <a:rPr lang="en-US" sz="2400" dirty="0"/>
              <a:t> (</a:t>
            </a:r>
            <a:r>
              <a:rPr lang="en-US" sz="2400" dirty="0" err="1"/>
              <a:t>motorlar</a:t>
            </a:r>
            <a:r>
              <a:rPr lang="en-US" sz="2400" dirty="0"/>
              <a:t>, </a:t>
            </a:r>
            <a:r>
              <a:rPr lang="en-US" sz="2400" dirty="0" err="1"/>
              <a:t>chiroqlar</a:t>
            </a:r>
            <a:r>
              <a:rPr lang="en-US" sz="2400" dirty="0"/>
              <a:t>, </a:t>
            </a:r>
            <a:r>
              <a:rPr lang="en-US" sz="2400" dirty="0" err="1"/>
              <a:t>signalizatsiyalar</a:t>
            </a:r>
            <a:r>
              <a:rPr lang="en-US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Mikroprotsessorlar</a:t>
            </a:r>
            <a:r>
              <a:rPr lang="en-US" sz="2400" dirty="0"/>
              <a:t> (Arduino, Raspberry Pi)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Tarmoq</a:t>
            </a:r>
            <a:r>
              <a:rPr lang="en-US" sz="2400" dirty="0"/>
              <a:t> </a:t>
            </a:r>
            <a:r>
              <a:rPr lang="en-US" sz="2400" dirty="0" err="1"/>
              <a:t>interfeyslari</a:t>
            </a:r>
            <a:r>
              <a:rPr lang="en-US" sz="2400" dirty="0"/>
              <a:t> (Wi-Fi, Bluetooth, Zigbee)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Bulutli</a:t>
            </a:r>
            <a:r>
              <a:rPr lang="en-US" sz="2400" dirty="0"/>
              <a:t> </a:t>
            </a:r>
            <a:r>
              <a:rPr lang="en-US" sz="2400" dirty="0" err="1"/>
              <a:t>ma’lumotlar</a:t>
            </a:r>
            <a:r>
              <a:rPr lang="en-US" sz="2400" dirty="0"/>
              <a:t> </a:t>
            </a:r>
            <a:r>
              <a:rPr lang="en-US" sz="2400" dirty="0" err="1"/>
              <a:t>saqlash</a:t>
            </a:r>
            <a:r>
              <a:rPr lang="en-US" sz="2400" dirty="0"/>
              <a:t> </a:t>
            </a:r>
            <a:r>
              <a:rPr lang="en-US" sz="2400" dirty="0" err="1"/>
              <a:t>tizimlari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2511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/>
              <a:t>LCD 1602 </a:t>
            </a:r>
            <a:r>
              <a:rPr lang="en-US" b="1" dirty="0" err="1"/>
              <a:t>Ekrani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16 ta </a:t>
            </a:r>
            <a:r>
              <a:rPr lang="en-US" sz="2400" dirty="0" err="1"/>
              <a:t>ustun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2 ta </a:t>
            </a:r>
            <a:r>
              <a:rPr lang="en-US" sz="2400" dirty="0" err="1"/>
              <a:t>qatorli</a:t>
            </a:r>
            <a:r>
              <a:rPr lang="en-US" sz="2400" dirty="0"/>
              <a:t> </a:t>
            </a:r>
            <a:r>
              <a:rPr lang="en-US" sz="2400" dirty="0" err="1"/>
              <a:t>ekran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I2C </a:t>
            </a:r>
            <a:r>
              <a:rPr lang="en-US" sz="2400" dirty="0" err="1"/>
              <a:t>interfeys</a:t>
            </a:r>
            <a:r>
              <a:rPr lang="en-US" sz="2400" dirty="0"/>
              <a:t> </a:t>
            </a:r>
            <a:r>
              <a:rPr lang="en-US" sz="2400" dirty="0" err="1"/>
              <a:t>yoki</a:t>
            </a:r>
            <a:r>
              <a:rPr lang="en-US" sz="2400" dirty="0"/>
              <a:t> parallel </a:t>
            </a:r>
            <a:r>
              <a:rPr lang="en-US" sz="2400" dirty="0" err="1"/>
              <a:t>ulanish</a:t>
            </a:r>
            <a:r>
              <a:rPr lang="en-US" sz="2400" dirty="0"/>
              <a:t> </a:t>
            </a:r>
            <a:r>
              <a:rPr lang="en-US" sz="2400" dirty="0" err="1"/>
              <a:t>orqali</a:t>
            </a:r>
            <a:r>
              <a:rPr lang="en-US" sz="2400" dirty="0"/>
              <a:t> </a:t>
            </a:r>
            <a:r>
              <a:rPr lang="en-US" sz="2400" dirty="0" err="1"/>
              <a:t>boshqarish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O‘zgaruvchan</a:t>
            </a:r>
            <a:r>
              <a:rPr lang="en-US" sz="2400" dirty="0"/>
              <a:t> </a:t>
            </a:r>
            <a:r>
              <a:rPr lang="en-US" sz="2400" dirty="0" err="1"/>
              <a:t>yozuvlar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sensor </a:t>
            </a:r>
            <a:r>
              <a:rPr lang="en-US" sz="2400" dirty="0" err="1"/>
              <a:t>ma’lumotlarini</a:t>
            </a:r>
            <a:r>
              <a:rPr lang="en-US" sz="2400" dirty="0"/>
              <a:t> </a:t>
            </a:r>
            <a:r>
              <a:rPr lang="en-US" sz="2400" dirty="0" err="1"/>
              <a:t>ko‘rsatish</a:t>
            </a:r>
            <a:r>
              <a:rPr lang="en-US" sz="2400" dirty="0"/>
              <a:t> </a:t>
            </a:r>
            <a:r>
              <a:rPr lang="en-US" sz="2400" dirty="0" err="1"/>
              <a:t>imkoniyati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Oq</a:t>
            </a:r>
            <a:r>
              <a:rPr lang="en-US" sz="2400" dirty="0"/>
              <a:t> </a:t>
            </a:r>
            <a:r>
              <a:rPr lang="en-US" sz="2400" dirty="0" err="1"/>
              <a:t>fonli</a:t>
            </a:r>
            <a:r>
              <a:rPr lang="en-US" sz="2400" dirty="0"/>
              <a:t> </a:t>
            </a:r>
            <a:r>
              <a:rPr lang="en-US" sz="2400" dirty="0" err="1"/>
              <a:t>ko‘k</a:t>
            </a:r>
            <a:r>
              <a:rPr lang="en-US" sz="2400" dirty="0"/>
              <a:t> </a:t>
            </a:r>
            <a:r>
              <a:rPr lang="en-US" sz="2400" dirty="0" err="1"/>
              <a:t>yoki</a:t>
            </a:r>
            <a:r>
              <a:rPr lang="en-US" sz="2400" dirty="0"/>
              <a:t> </a:t>
            </a:r>
            <a:r>
              <a:rPr lang="en-US" sz="2400" dirty="0" err="1"/>
              <a:t>yashil</a:t>
            </a:r>
            <a:r>
              <a:rPr lang="en-US" sz="2400" dirty="0"/>
              <a:t> </a:t>
            </a:r>
            <a:r>
              <a:rPr lang="en-US" sz="2400" dirty="0" err="1"/>
              <a:t>displeyli</a:t>
            </a:r>
            <a:r>
              <a:rPr lang="en-US" sz="2400" dirty="0"/>
              <a:t> </a:t>
            </a:r>
            <a:r>
              <a:rPr lang="en-US" sz="2400" dirty="0" err="1"/>
              <a:t>versiyalari</a:t>
            </a:r>
            <a:r>
              <a:rPr lang="en-US" sz="2400" dirty="0"/>
              <a:t> </a:t>
            </a:r>
            <a:r>
              <a:rPr lang="en-US" sz="2400" dirty="0" err="1"/>
              <a:t>mavjud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Ko‘p</a:t>
            </a:r>
            <a:r>
              <a:rPr lang="en-US" sz="2400" dirty="0"/>
              <a:t> IoT </a:t>
            </a:r>
            <a:r>
              <a:rPr lang="en-US" sz="2400" dirty="0" err="1"/>
              <a:t>loyihalarida</a:t>
            </a:r>
            <a:r>
              <a:rPr lang="en-US" sz="2400" dirty="0"/>
              <a:t> </a:t>
            </a:r>
            <a:r>
              <a:rPr lang="en-US" sz="2400" dirty="0" err="1"/>
              <a:t>ma’lumot</a:t>
            </a:r>
            <a:r>
              <a:rPr lang="en-US" sz="2400" dirty="0"/>
              <a:t> </a:t>
            </a:r>
            <a:r>
              <a:rPr lang="en-US" sz="2400" dirty="0" err="1"/>
              <a:t>vizualizatsiyasi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ishlatiladi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Harorat</a:t>
            </a:r>
            <a:r>
              <a:rPr lang="en-US" sz="2400" dirty="0"/>
              <a:t>, </a:t>
            </a:r>
            <a:r>
              <a:rPr lang="en-US" sz="2400" dirty="0" err="1"/>
              <a:t>namlik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boshqa</a:t>
            </a:r>
            <a:r>
              <a:rPr lang="en-US" sz="2400" dirty="0"/>
              <a:t> </a:t>
            </a:r>
            <a:r>
              <a:rPr lang="en-US" sz="2400" dirty="0" err="1"/>
              <a:t>sensorlar</a:t>
            </a:r>
            <a:r>
              <a:rPr lang="en-US" sz="2400" dirty="0"/>
              <a:t> </a:t>
            </a:r>
            <a:r>
              <a:rPr lang="en-US" sz="2400" dirty="0" err="1"/>
              <a:t>bilan</a:t>
            </a:r>
            <a:r>
              <a:rPr lang="en-US" sz="2400" dirty="0"/>
              <a:t> </a:t>
            </a:r>
            <a:r>
              <a:rPr lang="en-US" sz="2400" dirty="0" err="1"/>
              <a:t>ishlatilishi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pic>
        <p:nvPicPr>
          <p:cNvPr id="1026" name="Picture 2" descr="LCD1602 16x2 I2C Blue LCD Display - ProtoSupplies">
            <a:extLst>
              <a:ext uri="{FF2B5EF4-FFF2-40B4-BE49-F238E27FC236}">
                <a16:creationId xmlns:a16="http://schemas.microsoft.com/office/drawing/2014/main" id="{3E34E48C-3B5E-A630-57BA-B6FAE3505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596" y="3979607"/>
            <a:ext cx="2812941" cy="2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416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LCD 1602 </a:t>
            </a:r>
            <a:r>
              <a:rPr lang="en-US" b="1" dirty="0" err="1"/>
              <a:t>ning</a:t>
            </a:r>
            <a:r>
              <a:rPr lang="en-US" b="1" dirty="0"/>
              <a:t> pin </a:t>
            </a:r>
            <a:r>
              <a:rPr lang="en-US" b="1" dirty="0" err="1"/>
              <a:t>tavsifi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ishlash</a:t>
            </a:r>
            <a:r>
              <a:rPr lang="en-US" b="1" dirty="0"/>
              <a:t> </a:t>
            </a:r>
            <a:r>
              <a:rPr lang="en-US" b="1" dirty="0" err="1"/>
              <a:t>prinsipi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6BCCBC-E3B5-F9DA-321E-C3432AA70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52" y="2244685"/>
            <a:ext cx="7487695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7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LCD 1602 </a:t>
            </a:r>
            <a:r>
              <a:rPr lang="en-US" b="1" dirty="0" err="1"/>
              <a:t>ning</a:t>
            </a:r>
            <a:r>
              <a:rPr lang="en-US" b="1" dirty="0"/>
              <a:t> pin </a:t>
            </a:r>
            <a:r>
              <a:rPr lang="en-US" b="1" dirty="0" err="1"/>
              <a:t>tavsifi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ishlash</a:t>
            </a:r>
            <a:r>
              <a:rPr lang="en-US" b="1" dirty="0"/>
              <a:t> </a:t>
            </a:r>
            <a:r>
              <a:rPr lang="en-US" b="1" dirty="0" err="1"/>
              <a:t>prinsipi</a:t>
            </a:r>
            <a:endParaRPr lang="en-US" b="1" dirty="0"/>
          </a:p>
        </p:txBody>
      </p:sp>
      <p:pic>
        <p:nvPicPr>
          <p:cNvPr id="3074" name="Picture 2" descr="Afficheur LCD 1602">
            <a:extLst>
              <a:ext uri="{FF2B5EF4-FFF2-40B4-BE49-F238E27FC236}">
                <a16:creationId xmlns:a16="http://schemas.microsoft.com/office/drawing/2014/main" id="{544E3DEB-C294-EF0E-E49B-86CD5DB4F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842" y="2068378"/>
            <a:ext cx="639127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2724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/>
              <a:t>LCD 1602 </a:t>
            </a:r>
            <a:r>
              <a:rPr lang="en-US" b="1" dirty="0" err="1"/>
              <a:t>ulanish</a:t>
            </a:r>
            <a:r>
              <a:rPr lang="en-US" b="1" dirty="0"/>
              <a:t> </a:t>
            </a:r>
            <a:r>
              <a:rPr lang="en-US" b="1" dirty="0" err="1"/>
              <a:t>sxemasi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1-bosqich: </a:t>
            </a:r>
            <a:r>
              <a:rPr lang="en-US" sz="2400" dirty="0"/>
              <a:t>Parallel </a:t>
            </a:r>
            <a:r>
              <a:rPr lang="en-US" sz="2400" dirty="0" err="1"/>
              <a:t>ulanish</a:t>
            </a:r>
            <a:r>
              <a:rPr lang="en-US" sz="2400" dirty="0"/>
              <a:t> </a:t>
            </a:r>
            <a:r>
              <a:rPr lang="en-US" sz="2400" dirty="0" err="1"/>
              <a:t>yoki</a:t>
            </a:r>
            <a:r>
              <a:rPr lang="en-US" sz="2400" dirty="0"/>
              <a:t> I2C </a:t>
            </a:r>
            <a:r>
              <a:rPr lang="en-US" sz="2400" dirty="0" err="1"/>
              <a:t>interfeysi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orqali</a:t>
            </a:r>
            <a:r>
              <a:rPr lang="en-US" sz="2400" dirty="0"/>
              <a:t> </a:t>
            </a:r>
            <a:r>
              <a:rPr lang="en-US" sz="2400" dirty="0" err="1"/>
              <a:t>ishlaydi</a:t>
            </a:r>
            <a:r>
              <a:rPr lang="en-US" sz="2400" dirty="0"/>
              <a:t>.</a:t>
            </a:r>
          </a:p>
          <a:p>
            <a:r>
              <a:rPr lang="en-US" sz="2400" b="1" dirty="0"/>
              <a:t>2- </a:t>
            </a:r>
            <a:r>
              <a:rPr lang="en-US" sz="2400" b="1" dirty="0" err="1"/>
              <a:t>bosqich</a:t>
            </a:r>
            <a:r>
              <a:rPr lang="en-US" sz="2400" b="1" dirty="0"/>
              <a:t>: </a:t>
            </a:r>
            <a:r>
              <a:rPr lang="en-US" sz="2400" dirty="0"/>
              <a:t>V0 </a:t>
            </a:r>
            <a:r>
              <a:rPr lang="en-US" sz="2400" dirty="0" err="1"/>
              <a:t>piniga</a:t>
            </a:r>
            <a:r>
              <a:rPr lang="en-US" sz="2400" dirty="0"/>
              <a:t> </a:t>
            </a:r>
            <a:r>
              <a:rPr lang="en-US" sz="2400" dirty="0" err="1"/>
              <a:t>potensiometr</a:t>
            </a:r>
            <a:r>
              <a:rPr lang="en-US" sz="2400" dirty="0"/>
              <a:t> </a:t>
            </a:r>
            <a:r>
              <a:rPr lang="en-US" sz="2400" dirty="0" err="1"/>
              <a:t>ulanadi</a:t>
            </a:r>
            <a:r>
              <a:rPr lang="en-US" sz="2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D4825-996A-04CD-E7B7-59F43C96C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994" y="1915347"/>
            <a:ext cx="4248737" cy="407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7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 err="1"/>
              <a:t>Kutubxnalarni</a:t>
            </a:r>
            <a:r>
              <a:rPr lang="en-US" b="1" dirty="0"/>
              <a:t> </a:t>
            </a:r>
            <a:r>
              <a:rPr lang="en-US" b="1" dirty="0" err="1"/>
              <a:t>o’rnatish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3137C8-2593-9414-5ED4-73F9F1C9A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530" y="2047082"/>
            <a:ext cx="3467584" cy="30198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11C380-9402-E5FD-E0B4-839F92D22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970" y="2047081"/>
            <a:ext cx="5509610" cy="301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85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/>
              <a:t>LCD 1602ni </a:t>
            </a:r>
            <a:r>
              <a:rPr lang="en-US" b="1" dirty="0" err="1"/>
              <a:t>dasturlash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"</a:t>
            </a:r>
            <a:r>
              <a:rPr lang="en-US" b="1" dirty="0" err="1"/>
              <a:t>Xayrli</a:t>
            </a:r>
            <a:r>
              <a:rPr lang="en-US" b="1" dirty="0"/>
              <a:t> </a:t>
            </a:r>
            <a:r>
              <a:rPr lang="en-US" b="1" dirty="0" err="1"/>
              <a:t>kun</a:t>
            </a:r>
            <a:r>
              <a:rPr lang="en-US" b="1" dirty="0"/>
              <a:t>!" </a:t>
            </a:r>
            <a:r>
              <a:rPr lang="en-US" b="1" dirty="0" err="1"/>
              <a:t>chiqarish</a:t>
            </a:r>
            <a:r>
              <a:rPr lang="en-US" b="1" dirty="0"/>
              <a:t> 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8630C5-1721-C97A-C5F6-6EAA6A8C2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73" y="2585542"/>
            <a:ext cx="7544853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7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 err="1"/>
              <a:t>Ulash</a:t>
            </a:r>
            <a:r>
              <a:rPr lang="en-US" b="1" dirty="0"/>
              <a:t> </a:t>
            </a:r>
            <a:r>
              <a:rPr lang="en-US" b="1" dirty="0" err="1"/>
              <a:t>sxemasi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343F20-D979-3664-0127-C6E27DE1D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654" y="2203202"/>
            <a:ext cx="6420597" cy="401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0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LCD 1602 (Parallel </a:t>
            </a:r>
            <a:r>
              <a:rPr lang="en-US" b="1" dirty="0" err="1"/>
              <a:t>interfeys</a:t>
            </a:r>
            <a:r>
              <a:rPr lang="en-US" b="1" dirty="0"/>
              <a:t>) </a:t>
            </a:r>
            <a:r>
              <a:rPr lang="en-US" b="1" dirty="0" err="1"/>
              <a:t>ulanish</a:t>
            </a:r>
            <a:r>
              <a:rPr lang="en-US" b="1" dirty="0"/>
              <a:t> </a:t>
            </a:r>
            <a:r>
              <a:rPr lang="en-US" b="1" dirty="0" err="1"/>
              <a:t>sxemasi</a:t>
            </a:r>
            <a:r>
              <a:rPr lang="en-US" b="1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443DD7-472C-2299-A43E-95081599D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6" y="1878634"/>
            <a:ext cx="7144747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61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Potensiometr</a:t>
            </a:r>
            <a:r>
              <a:rPr lang="en-US" b="1" dirty="0"/>
              <a:t> </a:t>
            </a:r>
            <a:r>
              <a:rPr lang="en-US" b="1" dirty="0" err="1"/>
              <a:t>ulanishi</a:t>
            </a:r>
            <a:r>
              <a:rPr lang="en-US" b="1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3FB201-16AD-23DE-EC98-AF36C9B84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468" y="2277914"/>
            <a:ext cx="7623488" cy="185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86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LCD 1602 (I2C </a:t>
            </a:r>
            <a:r>
              <a:rPr lang="en-US" b="1" dirty="0" err="1"/>
              <a:t>interfeys</a:t>
            </a:r>
            <a:r>
              <a:rPr lang="en-US" b="1" dirty="0"/>
              <a:t>) </a:t>
            </a:r>
            <a:r>
              <a:rPr lang="en-US" b="1" dirty="0" err="1"/>
              <a:t>ulanish</a:t>
            </a:r>
            <a:r>
              <a:rPr lang="en-US" b="1" dirty="0"/>
              <a:t> </a:t>
            </a:r>
            <a:r>
              <a:rPr lang="en-US" b="1" dirty="0" err="1"/>
              <a:t>sxemasi</a:t>
            </a:r>
            <a:r>
              <a:rPr lang="en-US" b="1" dirty="0"/>
              <a:t> (Agar </a:t>
            </a:r>
            <a:r>
              <a:rPr lang="en-US" b="1" dirty="0" err="1"/>
              <a:t>ishlatilsa</a:t>
            </a:r>
            <a:r>
              <a:rPr lang="en-US" b="1" dirty="0"/>
              <a:t>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39A93-77EB-89C9-8FE2-41F8CB609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237" y="2006148"/>
            <a:ext cx="7230484" cy="2038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FE6E3C-13F5-D0B9-D3DC-858564443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534" y="4044783"/>
            <a:ext cx="4433112" cy="222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14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/>
              <a:t>10. LCD 1602 </a:t>
            </a:r>
            <a:r>
              <a:rPr lang="en-US" b="1" dirty="0" err="1"/>
              <a:t>ekraniga</a:t>
            </a:r>
            <a:r>
              <a:rPr lang="en-US" b="1" dirty="0"/>
              <a:t> </a:t>
            </a:r>
            <a:r>
              <a:rPr lang="en-US" b="1" dirty="0" err="1"/>
              <a:t>matn</a:t>
            </a:r>
            <a:r>
              <a:rPr lang="en-US" b="1" dirty="0"/>
              <a:t> </a:t>
            </a:r>
            <a:r>
              <a:rPr lang="en-US" b="1" dirty="0" err="1"/>
              <a:t>chiqarish</a:t>
            </a:r>
            <a:r>
              <a:rPr lang="en-US" b="1" dirty="0"/>
              <a:t> </a:t>
            </a:r>
            <a:r>
              <a:rPr lang="en-US" b="1" dirty="0" err="1"/>
              <a:t>amaliyoti</a:t>
            </a:r>
            <a:endParaRPr lang="en-US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2DAC9-F02E-7767-93C0-2B87A4B27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4733844" cy="4300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59E377-1911-246C-92B4-F8A782A98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836" y="1737360"/>
            <a:ext cx="3324386" cy="44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46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/>
              <a:t>B10K </a:t>
            </a:r>
            <a:r>
              <a:rPr lang="en-US" b="1" dirty="0" err="1"/>
              <a:t>Potensiometri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Potensiometr</a:t>
            </a:r>
            <a:r>
              <a:rPr lang="en-US" sz="2400" dirty="0"/>
              <a:t> - </a:t>
            </a:r>
            <a:r>
              <a:rPr lang="en-US" sz="2400" dirty="0" err="1"/>
              <a:t>o‘zgaruvchan</a:t>
            </a:r>
            <a:r>
              <a:rPr lang="en-US" sz="2400" dirty="0"/>
              <a:t> </a:t>
            </a:r>
            <a:r>
              <a:rPr lang="en-US" sz="2400" dirty="0" err="1"/>
              <a:t>qarshilik</a:t>
            </a:r>
            <a:r>
              <a:rPr lang="en-US" sz="2400" dirty="0"/>
              <a:t> </a:t>
            </a:r>
            <a:r>
              <a:rPr lang="en-US" sz="2400" dirty="0" err="1"/>
              <a:t>beruvchi</a:t>
            </a:r>
            <a:r>
              <a:rPr lang="en-US" sz="2400" dirty="0"/>
              <a:t> </a:t>
            </a:r>
            <a:r>
              <a:rPr lang="en-US" sz="2400" dirty="0" err="1"/>
              <a:t>komponent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Signal </a:t>
            </a:r>
            <a:r>
              <a:rPr lang="en-US" sz="2400" dirty="0" err="1"/>
              <a:t>kuchlanishini</a:t>
            </a:r>
            <a:r>
              <a:rPr lang="en-US" sz="2400" dirty="0"/>
              <a:t> </a:t>
            </a:r>
            <a:r>
              <a:rPr lang="en-US" sz="2400" dirty="0" err="1"/>
              <a:t>o‘zgartirish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ishlatiladi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Analog </a:t>
            </a:r>
            <a:r>
              <a:rPr lang="en-US" sz="2400" dirty="0" err="1"/>
              <a:t>kirish</a:t>
            </a:r>
            <a:r>
              <a:rPr lang="en-US" sz="2400" dirty="0"/>
              <a:t> </a:t>
            </a:r>
            <a:r>
              <a:rPr lang="en-US" sz="2400" dirty="0" err="1"/>
              <a:t>signallarini</a:t>
            </a:r>
            <a:r>
              <a:rPr lang="en-US" sz="2400" dirty="0"/>
              <a:t> </a:t>
            </a:r>
            <a:r>
              <a:rPr lang="en-US" sz="2400" dirty="0" err="1"/>
              <a:t>boshqarish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ishlatiladi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9814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 err="1"/>
              <a:t>Potensiometrdan</a:t>
            </a:r>
            <a:r>
              <a:rPr lang="en-US" b="1" dirty="0"/>
              <a:t> LCD </a:t>
            </a:r>
            <a:r>
              <a:rPr lang="en-US" b="1" dirty="0" err="1"/>
              <a:t>ekran</a:t>
            </a:r>
            <a:r>
              <a:rPr lang="en-US" b="1" dirty="0"/>
              <a:t> </a:t>
            </a:r>
            <a:r>
              <a:rPr lang="en-US" b="1" dirty="0" err="1"/>
              <a:t>kontrastini</a:t>
            </a:r>
            <a:r>
              <a:rPr lang="en-US" b="1" dirty="0"/>
              <a:t> </a:t>
            </a:r>
            <a:r>
              <a:rPr lang="en-US" b="1" dirty="0" err="1"/>
              <a:t>boshqarish</a:t>
            </a:r>
            <a:r>
              <a:rPr lang="en-US" b="1" dirty="0"/>
              <a:t> </a:t>
            </a:r>
            <a:r>
              <a:rPr lang="en-US" b="1" dirty="0" err="1"/>
              <a:t>uchun</a:t>
            </a:r>
            <a:r>
              <a:rPr lang="en-US" b="1" dirty="0"/>
              <a:t> </a:t>
            </a:r>
            <a:r>
              <a:rPr lang="en-US" b="1" dirty="0" err="1"/>
              <a:t>foydalanish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V0 </a:t>
            </a:r>
            <a:r>
              <a:rPr lang="en-US" sz="2400" dirty="0" err="1"/>
              <a:t>piniga</a:t>
            </a:r>
            <a:r>
              <a:rPr lang="en-US" sz="2400" dirty="0"/>
              <a:t> </a:t>
            </a:r>
            <a:r>
              <a:rPr lang="en-US" sz="2400" dirty="0" err="1"/>
              <a:t>ulanadi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Qarshilik</a:t>
            </a:r>
            <a:r>
              <a:rPr lang="en-US" sz="2400" dirty="0"/>
              <a:t> </a:t>
            </a:r>
            <a:r>
              <a:rPr lang="en-US" sz="2400" dirty="0" err="1"/>
              <a:t>o‘zgarishi</a:t>
            </a:r>
            <a:r>
              <a:rPr lang="en-US" sz="2400" dirty="0"/>
              <a:t> </a:t>
            </a:r>
            <a:r>
              <a:rPr lang="en-US" sz="2400" dirty="0" err="1"/>
              <a:t>bilan</a:t>
            </a:r>
            <a:r>
              <a:rPr lang="en-US" sz="2400" dirty="0"/>
              <a:t> LCD </a:t>
            </a:r>
            <a:r>
              <a:rPr lang="en-US" sz="2400" dirty="0" err="1"/>
              <a:t>ekranning</a:t>
            </a:r>
            <a:r>
              <a:rPr lang="en-US" sz="2400" dirty="0"/>
              <a:t> </a:t>
            </a:r>
            <a:r>
              <a:rPr lang="en-US" sz="2400" dirty="0" err="1"/>
              <a:t>yorqinligi</a:t>
            </a:r>
            <a:r>
              <a:rPr lang="en-US" sz="2400" dirty="0"/>
              <a:t> </a:t>
            </a:r>
            <a:r>
              <a:rPr lang="en-US" sz="2400" dirty="0" err="1"/>
              <a:t>o‘zgaradi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Potensiometr</a:t>
            </a:r>
            <a:r>
              <a:rPr lang="en-US" sz="2400" dirty="0"/>
              <a:t> </a:t>
            </a:r>
            <a:r>
              <a:rPr lang="en-US" sz="2400" dirty="0" err="1"/>
              <a:t>turli</a:t>
            </a:r>
            <a:r>
              <a:rPr lang="en-US" sz="2400" dirty="0"/>
              <a:t> </a:t>
            </a:r>
            <a:r>
              <a:rPr lang="en-US" sz="2400" dirty="0" err="1"/>
              <a:t>tizimlarda</a:t>
            </a:r>
            <a:r>
              <a:rPr lang="en-US" sz="2400" dirty="0"/>
              <a:t> </a:t>
            </a:r>
            <a:r>
              <a:rPr lang="en-US" sz="2400" dirty="0" err="1"/>
              <a:t>ovoz</a:t>
            </a:r>
            <a:r>
              <a:rPr lang="en-US" sz="2400" dirty="0"/>
              <a:t> </a:t>
            </a:r>
            <a:r>
              <a:rPr lang="en-US" sz="2400" dirty="0" err="1"/>
              <a:t>balandligini</a:t>
            </a:r>
            <a:r>
              <a:rPr lang="en-US" sz="2400" dirty="0"/>
              <a:t>, </a:t>
            </a:r>
            <a:r>
              <a:rPr lang="en-US" sz="2400" dirty="0" err="1"/>
              <a:t>yoritish</a:t>
            </a:r>
            <a:r>
              <a:rPr lang="en-US" sz="2400" dirty="0"/>
              <a:t> </a:t>
            </a:r>
            <a:r>
              <a:rPr lang="en-US" sz="2400" dirty="0" err="1"/>
              <a:t>darajasini</a:t>
            </a:r>
            <a:r>
              <a:rPr lang="en-US" sz="2400" dirty="0"/>
              <a:t> </a:t>
            </a:r>
            <a:r>
              <a:rPr lang="en-US" sz="2400" dirty="0" err="1"/>
              <a:t>boshqarish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ham </a:t>
            </a:r>
            <a:r>
              <a:rPr lang="en-US" sz="2400" dirty="0" err="1"/>
              <a:t>ishlatiladi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8562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 err="1"/>
              <a:t>Potensiometr</a:t>
            </a:r>
            <a:r>
              <a:rPr lang="en-US" b="1" dirty="0"/>
              <a:t> </a:t>
            </a:r>
            <a:r>
              <a:rPr lang="en-US" b="1" dirty="0" err="1"/>
              <a:t>ulanish</a:t>
            </a:r>
            <a:r>
              <a:rPr lang="en-US" b="1" dirty="0"/>
              <a:t> </a:t>
            </a:r>
            <a:r>
              <a:rPr lang="en-US" b="1" dirty="0" err="1"/>
              <a:t>sxemasi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uning</a:t>
            </a:r>
            <a:r>
              <a:rPr lang="en-US" b="1" dirty="0"/>
              <a:t> </a:t>
            </a:r>
            <a:r>
              <a:rPr lang="en-US" b="1" dirty="0" err="1"/>
              <a:t>ishlash</a:t>
            </a:r>
            <a:r>
              <a:rPr lang="en-US" b="1" dirty="0"/>
              <a:t> </a:t>
            </a:r>
            <a:r>
              <a:rPr lang="en-US" b="1" dirty="0" err="1"/>
              <a:t>tamoyili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1-pin</a:t>
            </a:r>
            <a:r>
              <a:rPr lang="en-US" sz="2400" dirty="0"/>
              <a:t>: +5V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2-o‘rta pin</a:t>
            </a:r>
            <a:r>
              <a:rPr lang="en-US" sz="2400" dirty="0"/>
              <a:t>: LCD 1602 V0 </a:t>
            </a:r>
            <a:r>
              <a:rPr lang="en-US" sz="2400" dirty="0" err="1"/>
              <a:t>piniga</a:t>
            </a:r>
            <a:r>
              <a:rPr lang="en-US" sz="2400" dirty="0"/>
              <a:t> </a:t>
            </a:r>
            <a:r>
              <a:rPr lang="en-US" sz="2400" dirty="0" err="1"/>
              <a:t>ulanadi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3-pin</a:t>
            </a:r>
            <a:r>
              <a:rPr lang="en-US" sz="2400" dirty="0"/>
              <a:t>: GND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278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da-DK" b="1" dirty="0"/>
              <a:t>Potensiometr bilan bog‘liq amaliy kod</a:t>
            </a:r>
            <a:br>
              <a:rPr lang="da-DK" b="1" dirty="0"/>
            </a:b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LCD </a:t>
            </a:r>
            <a:r>
              <a:rPr lang="en-US" sz="2400" dirty="0" err="1"/>
              <a:t>kontrastini</a:t>
            </a:r>
            <a:r>
              <a:rPr lang="en-US" sz="2400" dirty="0"/>
              <a:t> </a:t>
            </a:r>
            <a:r>
              <a:rPr lang="en-US" sz="2400" dirty="0" err="1"/>
              <a:t>boshqarish</a:t>
            </a:r>
            <a:r>
              <a:rPr lang="en-US" sz="2400" dirty="0"/>
              <a:t> dasturi.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Potensiometrni</a:t>
            </a:r>
            <a:r>
              <a:rPr lang="en-US" sz="2400" dirty="0"/>
              <a:t> analog </a:t>
            </a:r>
            <a:r>
              <a:rPr lang="en-US" sz="2400" dirty="0" err="1"/>
              <a:t>o‘qib</a:t>
            </a:r>
            <a:r>
              <a:rPr lang="en-US" sz="2400" dirty="0"/>
              <a:t>, </a:t>
            </a:r>
            <a:r>
              <a:rPr lang="en-US" sz="2400" dirty="0" err="1"/>
              <a:t>qiymatni</a:t>
            </a:r>
            <a:r>
              <a:rPr lang="en-US" sz="2400" dirty="0"/>
              <a:t> serial monitor </a:t>
            </a:r>
            <a:r>
              <a:rPr lang="en-US" sz="2400" dirty="0" err="1"/>
              <a:t>orqali</a:t>
            </a:r>
            <a:r>
              <a:rPr lang="en-US" sz="2400" dirty="0"/>
              <a:t> </a:t>
            </a:r>
            <a:r>
              <a:rPr lang="en-US" sz="2400" dirty="0" err="1"/>
              <a:t>chiqarish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598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b="1" dirty="0" err="1"/>
              <a:t>Amaliy</a:t>
            </a:r>
            <a:r>
              <a:rPr lang="en-US" b="1" dirty="0"/>
              <a:t> </a:t>
            </a:r>
            <a:r>
              <a:rPr lang="en-US" b="1" dirty="0" err="1"/>
              <a:t>topshiriqlar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LCD 1602 </a:t>
            </a:r>
            <a:r>
              <a:rPr lang="en-US" sz="2400" dirty="0" err="1"/>
              <a:t>ekraniga</a:t>
            </a:r>
            <a:r>
              <a:rPr lang="en-US" sz="2400" dirty="0"/>
              <a:t> "IoT </a:t>
            </a:r>
            <a:r>
              <a:rPr lang="en-US" sz="2400" dirty="0" err="1"/>
              <a:t>loyihasi</a:t>
            </a:r>
            <a:r>
              <a:rPr lang="en-US" sz="2400" dirty="0"/>
              <a:t>" </a:t>
            </a:r>
            <a:r>
              <a:rPr lang="en-US" sz="2400" dirty="0" err="1"/>
              <a:t>yozuvini</a:t>
            </a:r>
            <a:r>
              <a:rPr lang="en-US" sz="2400" dirty="0"/>
              <a:t> </a:t>
            </a:r>
            <a:r>
              <a:rPr lang="en-US" sz="2400" dirty="0" err="1"/>
              <a:t>chiqaring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Potensiometr</a:t>
            </a:r>
            <a:r>
              <a:rPr lang="en-US" sz="2400" dirty="0"/>
              <a:t> </a:t>
            </a:r>
            <a:r>
              <a:rPr lang="en-US" sz="2400" dirty="0" err="1"/>
              <a:t>yordamida</a:t>
            </a:r>
            <a:r>
              <a:rPr lang="en-US" sz="2400" dirty="0"/>
              <a:t> LCD 1602 </a:t>
            </a:r>
            <a:r>
              <a:rPr lang="en-US" sz="2400" dirty="0" err="1"/>
              <a:t>ekranining</a:t>
            </a:r>
            <a:r>
              <a:rPr lang="en-US" sz="2400" dirty="0"/>
              <a:t> </a:t>
            </a:r>
            <a:r>
              <a:rPr lang="en-US" sz="2400" dirty="0" err="1"/>
              <a:t>kontrastini</a:t>
            </a:r>
            <a:r>
              <a:rPr lang="en-US" sz="2400" dirty="0"/>
              <a:t> </a:t>
            </a:r>
            <a:r>
              <a:rPr lang="en-US" sz="2400" dirty="0" err="1"/>
              <a:t>o‘zgartiring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Ultrasonik</a:t>
            </a:r>
            <a:r>
              <a:rPr lang="en-US" sz="2400" dirty="0"/>
              <a:t> sensor </a:t>
            </a:r>
            <a:r>
              <a:rPr lang="en-US" sz="2400" dirty="0" err="1"/>
              <a:t>yordamida</a:t>
            </a:r>
            <a:r>
              <a:rPr lang="en-US" sz="2400" dirty="0"/>
              <a:t> </a:t>
            </a:r>
            <a:r>
              <a:rPr lang="en-US" sz="2400" dirty="0" err="1"/>
              <a:t>masofani</a:t>
            </a:r>
            <a:r>
              <a:rPr lang="en-US" sz="2400" dirty="0"/>
              <a:t> LCD 1602 da </a:t>
            </a:r>
            <a:r>
              <a:rPr lang="en-US" sz="2400" dirty="0" err="1"/>
              <a:t>chiqarish</a:t>
            </a:r>
            <a:r>
              <a:rPr lang="en-US" sz="2400" dirty="0"/>
              <a:t> </a:t>
            </a:r>
            <a:r>
              <a:rPr lang="en-US" sz="2400" dirty="0" err="1"/>
              <a:t>kodini</a:t>
            </a:r>
            <a:r>
              <a:rPr lang="en-US" sz="2400" dirty="0"/>
              <a:t> </a:t>
            </a:r>
            <a:r>
              <a:rPr lang="en-US" sz="2400" dirty="0" err="1"/>
              <a:t>o‘zgartirib</a:t>
            </a:r>
            <a:r>
              <a:rPr lang="en-US" sz="2400" dirty="0"/>
              <a:t>, </a:t>
            </a:r>
            <a:r>
              <a:rPr lang="en-US" sz="2400" dirty="0" err="1"/>
              <a:t>masofaga</a:t>
            </a:r>
            <a:r>
              <a:rPr lang="en-US" sz="2400" dirty="0"/>
              <a:t> </a:t>
            </a:r>
            <a:r>
              <a:rPr lang="en-US" sz="2400" dirty="0" err="1"/>
              <a:t>qarab</a:t>
            </a:r>
            <a:r>
              <a:rPr lang="en-US" sz="2400" dirty="0"/>
              <a:t> </a:t>
            </a:r>
            <a:r>
              <a:rPr lang="en-US" sz="2400" dirty="0" err="1"/>
              <a:t>turli</a:t>
            </a:r>
            <a:r>
              <a:rPr lang="en-US" sz="2400" dirty="0"/>
              <a:t> </a:t>
            </a:r>
            <a:r>
              <a:rPr lang="en-US" sz="2400" dirty="0" err="1"/>
              <a:t>xabarlarni</a:t>
            </a:r>
            <a:r>
              <a:rPr lang="en-US" sz="2400" dirty="0"/>
              <a:t> </a:t>
            </a:r>
            <a:r>
              <a:rPr lang="en-US" sz="2400" dirty="0" err="1"/>
              <a:t>chiqaring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LCD </a:t>
            </a:r>
            <a:r>
              <a:rPr lang="en-US" sz="2400" dirty="0" err="1"/>
              <a:t>ekran</a:t>
            </a:r>
            <a:r>
              <a:rPr lang="en-US" sz="2400" dirty="0"/>
              <a:t> </a:t>
            </a:r>
            <a:r>
              <a:rPr lang="en-US" sz="2400" dirty="0" err="1"/>
              <a:t>orqali</a:t>
            </a:r>
            <a:r>
              <a:rPr lang="en-US" sz="2400" dirty="0"/>
              <a:t> </a:t>
            </a:r>
            <a:r>
              <a:rPr lang="en-US" sz="2400" dirty="0" err="1"/>
              <a:t>harorat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namlik</a:t>
            </a:r>
            <a:r>
              <a:rPr lang="en-US" sz="2400" dirty="0"/>
              <a:t> </a:t>
            </a:r>
            <a:r>
              <a:rPr lang="en-US" sz="2400" dirty="0" err="1"/>
              <a:t>ko‘rsatkichlarini</a:t>
            </a:r>
            <a:r>
              <a:rPr lang="en-US" sz="2400" dirty="0"/>
              <a:t> </a:t>
            </a:r>
            <a:r>
              <a:rPr lang="en-US" sz="2400" dirty="0" err="1"/>
              <a:t>chiqarish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4738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4800" dirty="0" err="1"/>
              <a:t>Xulosa</a:t>
            </a:r>
            <a:endParaRPr lang="en-US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D7750-9A43-0966-7C9F-4E9AE87B29A5}"/>
              </a:ext>
            </a:extLst>
          </p:cNvPr>
          <p:cNvSpPr txBox="1"/>
          <p:nvPr/>
        </p:nvSpPr>
        <p:spPr>
          <a:xfrm>
            <a:off x="712269" y="2047082"/>
            <a:ext cx="108284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LCD 1602 </a:t>
            </a:r>
            <a:r>
              <a:rPr lang="en-US" sz="2400" dirty="0" err="1"/>
              <a:t>va</a:t>
            </a:r>
            <a:r>
              <a:rPr lang="en-US" sz="2400" dirty="0"/>
              <a:t> B10K </a:t>
            </a:r>
            <a:r>
              <a:rPr lang="en-US" sz="2400" dirty="0" err="1"/>
              <a:t>potensiometri</a:t>
            </a:r>
            <a:r>
              <a:rPr lang="en-US" sz="2400" dirty="0"/>
              <a:t> IoT </a:t>
            </a:r>
            <a:r>
              <a:rPr lang="en-US" sz="2400" dirty="0" err="1"/>
              <a:t>qurilmalarida</a:t>
            </a:r>
            <a:r>
              <a:rPr lang="en-US" sz="2400" dirty="0"/>
              <a:t> </a:t>
            </a:r>
            <a:r>
              <a:rPr lang="en-US" sz="2400" dirty="0" err="1"/>
              <a:t>axborotni</a:t>
            </a:r>
            <a:r>
              <a:rPr lang="en-US" sz="2400" dirty="0"/>
              <a:t> </a:t>
            </a:r>
            <a:r>
              <a:rPr lang="en-US" sz="2400" dirty="0" err="1"/>
              <a:t>vizual</a:t>
            </a:r>
            <a:r>
              <a:rPr lang="en-US" sz="2400" dirty="0"/>
              <a:t> </a:t>
            </a:r>
            <a:r>
              <a:rPr lang="en-US" sz="2400" dirty="0" err="1"/>
              <a:t>aks</a:t>
            </a:r>
            <a:r>
              <a:rPr lang="en-US" sz="2400" dirty="0"/>
              <a:t> </a:t>
            </a:r>
            <a:r>
              <a:rPr lang="en-US" sz="2400" dirty="0" err="1"/>
              <a:t>ettirish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foydalanuvchi</a:t>
            </a:r>
            <a:r>
              <a:rPr lang="en-US" sz="2400" dirty="0"/>
              <a:t> </a:t>
            </a:r>
            <a:r>
              <a:rPr lang="en-US" sz="2400" dirty="0" err="1"/>
              <a:t>bilan</a:t>
            </a:r>
            <a:r>
              <a:rPr lang="en-US" sz="2400" dirty="0"/>
              <a:t> </a:t>
            </a:r>
            <a:r>
              <a:rPr lang="en-US" sz="2400" dirty="0" err="1"/>
              <a:t>o‘zaro</a:t>
            </a:r>
            <a:r>
              <a:rPr lang="en-US" sz="2400" dirty="0"/>
              <a:t> </a:t>
            </a:r>
            <a:r>
              <a:rPr lang="en-US" sz="2400" dirty="0" err="1"/>
              <a:t>aloqani</a:t>
            </a:r>
            <a:r>
              <a:rPr lang="en-US" sz="2400" dirty="0"/>
              <a:t> </a:t>
            </a:r>
            <a:r>
              <a:rPr lang="en-US" sz="2400" dirty="0" err="1"/>
              <a:t>ta’minlash</a:t>
            </a:r>
            <a:r>
              <a:rPr lang="en-US" sz="2400" dirty="0"/>
              <a:t> </a:t>
            </a:r>
            <a:r>
              <a:rPr lang="en-US" sz="2400" dirty="0" err="1"/>
              <a:t>uchun</a:t>
            </a:r>
            <a:r>
              <a:rPr lang="en-US" sz="2400" dirty="0"/>
              <a:t> </a:t>
            </a:r>
            <a:r>
              <a:rPr lang="en-US" sz="2400" dirty="0" err="1"/>
              <a:t>keng</a:t>
            </a:r>
            <a:r>
              <a:rPr lang="en-US" sz="2400" dirty="0"/>
              <a:t> </a:t>
            </a:r>
            <a:r>
              <a:rPr lang="en-US" sz="2400" dirty="0" err="1"/>
              <a:t>qo‘llaniladi</a:t>
            </a:r>
            <a:r>
              <a:rPr lang="en-US" sz="2400" dirty="0"/>
              <a:t>. </a:t>
            </a:r>
            <a:r>
              <a:rPr lang="en-US" sz="2400" dirty="0" err="1"/>
              <a:t>Ushbu</a:t>
            </a:r>
            <a:r>
              <a:rPr lang="en-US" sz="2400" dirty="0"/>
              <a:t> </a:t>
            </a:r>
            <a:r>
              <a:rPr lang="en-US" sz="2400" dirty="0" err="1"/>
              <a:t>komponentlar</a:t>
            </a:r>
            <a:r>
              <a:rPr lang="en-US" sz="2400" dirty="0"/>
              <a:t> </a:t>
            </a:r>
            <a:r>
              <a:rPr lang="en-US" sz="2400" dirty="0" err="1"/>
              <a:t>aqlli</a:t>
            </a:r>
            <a:r>
              <a:rPr lang="en-US" sz="2400" dirty="0"/>
              <a:t> </a:t>
            </a:r>
            <a:r>
              <a:rPr lang="en-US" sz="2400" dirty="0" err="1"/>
              <a:t>uy</a:t>
            </a:r>
            <a:r>
              <a:rPr lang="en-US" sz="2400" dirty="0"/>
              <a:t> </a:t>
            </a:r>
            <a:r>
              <a:rPr lang="en-US" sz="2400" dirty="0" err="1"/>
              <a:t>tizimlari</a:t>
            </a:r>
            <a:r>
              <a:rPr lang="en-US" sz="2400" dirty="0"/>
              <a:t>, </a:t>
            </a:r>
            <a:r>
              <a:rPr lang="en-US" sz="2400" dirty="0" err="1"/>
              <a:t>sanoat</a:t>
            </a:r>
            <a:r>
              <a:rPr lang="en-US" sz="2400" dirty="0"/>
              <a:t> </a:t>
            </a:r>
            <a:r>
              <a:rPr lang="en-US" sz="2400" dirty="0" err="1"/>
              <a:t>avtomatlashtirish</a:t>
            </a:r>
            <a:r>
              <a:rPr lang="en-US" sz="2400" dirty="0"/>
              <a:t>, </a:t>
            </a:r>
            <a:r>
              <a:rPr lang="en-US" sz="2400" dirty="0" err="1"/>
              <a:t>sog‘liqni</a:t>
            </a:r>
            <a:r>
              <a:rPr lang="en-US" sz="2400" dirty="0"/>
              <a:t> </a:t>
            </a:r>
            <a:r>
              <a:rPr lang="en-US" sz="2400" dirty="0" err="1"/>
              <a:t>saqlash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boshqa</a:t>
            </a:r>
            <a:r>
              <a:rPr lang="en-US" sz="2400" dirty="0"/>
              <a:t> </a:t>
            </a:r>
            <a:r>
              <a:rPr lang="en-US" sz="2400" dirty="0" err="1"/>
              <a:t>ko‘plab</a:t>
            </a:r>
            <a:r>
              <a:rPr lang="en-US" sz="2400" dirty="0"/>
              <a:t> </a:t>
            </a:r>
            <a:r>
              <a:rPr lang="en-US" sz="2400" dirty="0" err="1"/>
              <a:t>sohalarda</a:t>
            </a:r>
            <a:r>
              <a:rPr lang="en-US" sz="2400" dirty="0"/>
              <a:t> </a:t>
            </a:r>
            <a:r>
              <a:rPr lang="en-US" sz="2400" dirty="0" err="1"/>
              <a:t>muhim</a:t>
            </a:r>
            <a:r>
              <a:rPr lang="en-US" sz="2400" dirty="0"/>
              <a:t> </a:t>
            </a:r>
            <a:r>
              <a:rPr lang="en-US" sz="2400" dirty="0" err="1"/>
              <a:t>rol</a:t>
            </a:r>
            <a:r>
              <a:rPr lang="en-US" sz="2400" dirty="0"/>
              <a:t> </a:t>
            </a:r>
            <a:r>
              <a:rPr lang="en-US" sz="2400" dirty="0" err="1"/>
              <a:t>o‘ynaydi</a:t>
            </a:r>
            <a:r>
              <a:rPr lang="en-US" sz="2400" dirty="0"/>
              <a:t>. IoT </a:t>
            </a:r>
            <a:r>
              <a:rPr lang="en-US" sz="2400" dirty="0" err="1"/>
              <a:t>qurilmalarining</a:t>
            </a:r>
            <a:r>
              <a:rPr lang="en-US" sz="2400" dirty="0"/>
              <a:t> </a:t>
            </a:r>
            <a:r>
              <a:rPr lang="en-US" sz="2400" dirty="0" err="1"/>
              <a:t>rivojlanishi</a:t>
            </a:r>
            <a:r>
              <a:rPr lang="en-US" sz="2400" dirty="0"/>
              <a:t> </a:t>
            </a:r>
            <a:r>
              <a:rPr lang="en-US" sz="2400" dirty="0" err="1"/>
              <a:t>bilan</a:t>
            </a:r>
            <a:r>
              <a:rPr lang="en-US" sz="2400" dirty="0"/>
              <a:t> </a:t>
            </a:r>
            <a:r>
              <a:rPr lang="en-US" sz="2400" dirty="0" err="1"/>
              <a:t>ushbu</a:t>
            </a:r>
            <a:r>
              <a:rPr lang="en-US" sz="2400" dirty="0"/>
              <a:t> </a:t>
            </a:r>
            <a:r>
              <a:rPr lang="en-US" sz="2400" dirty="0" err="1"/>
              <a:t>texnologiyalar</a:t>
            </a:r>
            <a:r>
              <a:rPr lang="en-US" sz="2400" dirty="0"/>
              <a:t> </a:t>
            </a:r>
            <a:r>
              <a:rPr lang="en-US" sz="2400" dirty="0" err="1"/>
              <a:t>yanada</a:t>
            </a:r>
            <a:r>
              <a:rPr lang="en-US" sz="2400" dirty="0"/>
              <a:t> </a:t>
            </a:r>
            <a:r>
              <a:rPr lang="en-US" sz="2400" dirty="0" err="1"/>
              <a:t>takomillashib</a:t>
            </a:r>
            <a:r>
              <a:rPr lang="en-US" sz="2400" dirty="0"/>
              <a:t>, real </a:t>
            </a:r>
            <a:r>
              <a:rPr lang="en-US" sz="2400" dirty="0" err="1"/>
              <a:t>vaqt</a:t>
            </a:r>
            <a:r>
              <a:rPr lang="en-US" sz="2400" dirty="0"/>
              <a:t> </a:t>
            </a:r>
            <a:r>
              <a:rPr lang="en-US" sz="2400" dirty="0" err="1"/>
              <a:t>monitoringi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boshqaruv</a:t>
            </a:r>
            <a:r>
              <a:rPr lang="en-US" sz="2400" dirty="0"/>
              <a:t> </a:t>
            </a:r>
            <a:r>
              <a:rPr lang="en-US" sz="2400" dirty="0" err="1"/>
              <a:t>imkoniyatlarini</a:t>
            </a:r>
            <a:r>
              <a:rPr lang="en-US" sz="2400" dirty="0"/>
              <a:t> </a:t>
            </a:r>
            <a:r>
              <a:rPr lang="en-US" sz="2400" dirty="0" err="1"/>
              <a:t>kengaytirishda</a:t>
            </a:r>
            <a:r>
              <a:rPr lang="en-US" sz="2400" dirty="0"/>
              <a:t> </a:t>
            </a:r>
            <a:r>
              <a:rPr lang="en-US" sz="2400" dirty="0" err="1"/>
              <a:t>asosiy</a:t>
            </a:r>
            <a:r>
              <a:rPr lang="en-US" sz="2400" dirty="0"/>
              <a:t> </a:t>
            </a:r>
            <a:r>
              <a:rPr lang="en-US" sz="2400" dirty="0" err="1"/>
              <a:t>vosita</a:t>
            </a:r>
            <a:r>
              <a:rPr lang="en-US" sz="2400" dirty="0"/>
              <a:t> </a:t>
            </a:r>
            <a:r>
              <a:rPr lang="en-US" sz="2400" dirty="0" err="1"/>
              <a:t>bo‘lib</a:t>
            </a:r>
            <a:r>
              <a:rPr lang="en-US" sz="2400" dirty="0"/>
              <a:t> </a:t>
            </a:r>
            <a:r>
              <a:rPr lang="en-US" sz="2400" dirty="0" err="1"/>
              <a:t>xizmat</a:t>
            </a:r>
            <a:r>
              <a:rPr lang="en-US" sz="2400" dirty="0"/>
              <a:t> </a:t>
            </a:r>
            <a:r>
              <a:rPr lang="en-US" sz="2400" dirty="0" err="1"/>
              <a:t>qiladi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2198000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700</TotalTime>
  <Words>509</Words>
  <Application>Microsoft Office PowerPoint</Application>
  <PresentationFormat>Widescreen</PresentationFormat>
  <Paragraphs>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Ретро</vt:lpstr>
      <vt:lpstr>LCD sensori va potensiometr bilan ishlash (LCD 1602)</vt:lpstr>
      <vt:lpstr>Reja</vt:lpstr>
      <vt:lpstr>Kirish</vt:lpstr>
      <vt:lpstr>IoT Qurilmalarining Asosiy Komponentlari</vt:lpstr>
      <vt:lpstr>LCD 1602 Ekrani</vt:lpstr>
      <vt:lpstr>LCD 1602 ning pin tavsifi va ishlash prinsipi</vt:lpstr>
      <vt:lpstr>LCD 1602 ning pin tavsifi va ishlash prinsipi</vt:lpstr>
      <vt:lpstr>LCD 1602 ulanish sxemasi</vt:lpstr>
      <vt:lpstr>Kutubxnalarni o’rnatish</vt:lpstr>
      <vt:lpstr>LCD 1602ni dasturlash va "Xayrli kun!" chiqarish </vt:lpstr>
      <vt:lpstr>Ulash sxemasi</vt:lpstr>
      <vt:lpstr>LCD 1602 (Parallel interfeys) ulanish sxemasi:</vt:lpstr>
      <vt:lpstr>Potensiometr ulanishi:</vt:lpstr>
      <vt:lpstr>LCD 1602 (I2C interfeys) ulanish sxemasi (Agar ishlatilsa):</vt:lpstr>
      <vt:lpstr>10. LCD 1602 ekraniga matn chiqarish amaliyoti</vt:lpstr>
      <vt:lpstr>B10K Potensiometri</vt:lpstr>
      <vt:lpstr>Potensiometrdan LCD ekran kontrastini boshqarish uchun foydalanish</vt:lpstr>
      <vt:lpstr>Potensiometr ulanish sxemasi va uning ishlash tamoyili</vt:lpstr>
      <vt:lpstr>Potensiometr bilan bog‘liq amaliy kod </vt:lpstr>
      <vt:lpstr>Amaliy topshiriqlar</vt:lpstr>
      <vt:lpstr>Xulosa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Berilganlar strukturasi va  algoritmlarga kirish</dc:title>
  <dc:creator>Jambul</dc:creator>
  <cp:lastModifiedBy>Farrux Baxritdinov</cp:lastModifiedBy>
  <cp:revision>25</cp:revision>
  <dcterms:created xsi:type="dcterms:W3CDTF">2021-09-05T16:44:55Z</dcterms:created>
  <dcterms:modified xsi:type="dcterms:W3CDTF">2025-02-24T04:11:07Z</dcterms:modified>
</cp:coreProperties>
</file>